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Díaz" userId="6c4c01edf55c67ea" providerId="LiveId" clId="{5B4B24F2-7B06-4BE0-9F38-74FDD20F8FA2}"/>
    <pc:docChg chg="custSel addSld modSld">
      <pc:chgData name="Bruno Díaz" userId="6c4c01edf55c67ea" providerId="LiveId" clId="{5B4B24F2-7B06-4BE0-9F38-74FDD20F8FA2}" dt="2026-09-24T16:47:54.193" v="804" actId="1076"/>
      <pc:docMkLst>
        <pc:docMk/>
      </pc:docMkLst>
      <pc:sldChg chg="addSp modSp new mod setBg addAnim">
        <pc:chgData name="Bruno Díaz" userId="6c4c01edf55c67ea" providerId="LiveId" clId="{5B4B24F2-7B06-4BE0-9F38-74FDD20F8FA2}" dt="2026-09-24T16:44:20.180" v="794"/>
        <pc:sldMkLst>
          <pc:docMk/>
          <pc:sldMk cId="636758009" sldId="256"/>
        </pc:sldMkLst>
        <pc:spChg chg="mod">
          <ac:chgData name="Bruno Díaz" userId="6c4c01edf55c67ea" providerId="LiveId" clId="{5B4B24F2-7B06-4BE0-9F38-74FDD20F8FA2}" dt="2026-09-24T16:44:20.179" v="793" actId="26606"/>
          <ac:spMkLst>
            <pc:docMk/>
            <pc:sldMk cId="636758009" sldId="256"/>
            <ac:spMk id="2" creationId="{25C42A4B-3F42-F374-6C30-6AA68E5DC2A6}"/>
          </ac:spMkLst>
        </pc:spChg>
        <pc:spChg chg="mod">
          <ac:chgData name="Bruno Díaz" userId="6c4c01edf55c67ea" providerId="LiveId" clId="{5B4B24F2-7B06-4BE0-9F38-74FDD20F8FA2}" dt="2026-09-24T16:44:20.179" v="793" actId="26606"/>
          <ac:spMkLst>
            <pc:docMk/>
            <pc:sldMk cId="636758009" sldId="256"/>
            <ac:spMk id="3" creationId="{71ACCB2E-E8FD-2BD6-154B-53E391FE9A75}"/>
          </ac:spMkLst>
        </pc:spChg>
        <pc:spChg chg="add">
          <ac:chgData name="Bruno Díaz" userId="6c4c01edf55c67ea" providerId="LiveId" clId="{5B4B24F2-7B06-4BE0-9F38-74FDD20F8FA2}" dt="2026-09-24T16:44:20.179" v="793" actId="26606"/>
          <ac:spMkLst>
            <pc:docMk/>
            <pc:sldMk cId="636758009" sldId="256"/>
            <ac:spMk id="10" creationId="{7D9D36D6-2AC5-46A1-A849-4C82D5264A3A}"/>
          </ac:spMkLst>
        </pc:spChg>
        <pc:picChg chg="add mod">
          <ac:chgData name="Bruno Díaz" userId="6c4c01edf55c67ea" providerId="LiveId" clId="{5B4B24F2-7B06-4BE0-9F38-74FDD20F8FA2}" dt="2026-09-24T16:44:20.179" v="793" actId="26606"/>
          <ac:picMkLst>
            <pc:docMk/>
            <pc:sldMk cId="636758009" sldId="256"/>
            <ac:picMk id="5" creationId="{6B701BC5-0BC7-0B64-4D85-E63A077A25C3}"/>
          </ac:picMkLst>
        </pc:picChg>
      </pc:sldChg>
      <pc:sldChg chg="addSp modSp new mod setBg">
        <pc:chgData name="Bruno Díaz" userId="6c4c01edf55c67ea" providerId="LiveId" clId="{5B4B24F2-7B06-4BE0-9F38-74FDD20F8FA2}" dt="2026-09-24T16:45:34.694" v="795" actId="26606"/>
        <pc:sldMkLst>
          <pc:docMk/>
          <pc:sldMk cId="2252598992" sldId="257"/>
        </pc:sldMkLst>
        <pc:spChg chg="mod">
          <ac:chgData name="Bruno Díaz" userId="6c4c01edf55c67ea" providerId="LiveId" clId="{5B4B24F2-7B06-4BE0-9F38-74FDD20F8FA2}" dt="2026-09-24T16:45:34.694" v="795" actId="26606"/>
          <ac:spMkLst>
            <pc:docMk/>
            <pc:sldMk cId="2252598992" sldId="257"/>
            <ac:spMk id="2" creationId="{F08DDE4E-50C6-D8A7-2B8B-B00A0F743CA6}"/>
          </ac:spMkLst>
        </pc:spChg>
        <pc:spChg chg="mod">
          <ac:chgData name="Bruno Díaz" userId="6c4c01edf55c67ea" providerId="LiveId" clId="{5B4B24F2-7B06-4BE0-9F38-74FDD20F8FA2}" dt="2026-09-24T16:45:34.694" v="795" actId="26606"/>
          <ac:spMkLst>
            <pc:docMk/>
            <pc:sldMk cId="2252598992" sldId="257"/>
            <ac:spMk id="3" creationId="{21BA4FEF-D1FE-8D3D-3390-66D81D22315F}"/>
          </ac:spMkLst>
        </pc:spChg>
        <pc:spChg chg="add">
          <ac:chgData name="Bruno Díaz" userId="6c4c01edf55c67ea" providerId="LiveId" clId="{5B4B24F2-7B06-4BE0-9F38-74FDD20F8FA2}" dt="2026-09-24T16:45:34.694" v="795" actId="26606"/>
          <ac:spMkLst>
            <pc:docMk/>
            <pc:sldMk cId="2252598992" sldId="257"/>
            <ac:spMk id="9" creationId="{C0763A76-9F1C-4FC5-82B7-DD475DA461B2}"/>
          </ac:spMkLst>
        </pc:spChg>
        <pc:spChg chg="add">
          <ac:chgData name="Bruno Díaz" userId="6c4c01edf55c67ea" providerId="LiveId" clId="{5B4B24F2-7B06-4BE0-9F38-74FDD20F8FA2}" dt="2026-09-24T16:45:34.694" v="795" actId="26606"/>
          <ac:spMkLst>
            <pc:docMk/>
            <pc:sldMk cId="2252598992" sldId="257"/>
            <ac:spMk id="11" creationId="{E81BF4F6-F2CF-4984-9D14-D6966D92F99F}"/>
          </ac:spMkLst>
        </pc:spChg>
        <pc:picChg chg="add">
          <ac:chgData name="Bruno Díaz" userId="6c4c01edf55c67ea" providerId="LiveId" clId="{5B4B24F2-7B06-4BE0-9F38-74FDD20F8FA2}" dt="2026-09-24T16:45:34.694" v="795" actId="26606"/>
          <ac:picMkLst>
            <pc:docMk/>
            <pc:sldMk cId="2252598992" sldId="257"/>
            <ac:picMk id="5" creationId="{EA355FCF-25C1-D4F6-590C-F8E19E0D4474}"/>
          </ac:picMkLst>
        </pc:picChg>
      </pc:sldChg>
      <pc:sldChg chg="addSp delSp modSp new mod setBg">
        <pc:chgData name="Bruno Díaz" userId="6c4c01edf55c67ea" providerId="LiveId" clId="{5B4B24F2-7B06-4BE0-9F38-74FDD20F8FA2}" dt="2026-09-24T16:47:54.193" v="804" actId="1076"/>
        <pc:sldMkLst>
          <pc:docMk/>
          <pc:sldMk cId="3867515201" sldId="258"/>
        </pc:sldMkLst>
        <pc:spChg chg="mod">
          <ac:chgData name="Bruno Díaz" userId="6c4c01edf55c67ea" providerId="LiveId" clId="{5B4B24F2-7B06-4BE0-9F38-74FDD20F8FA2}" dt="2026-09-24T16:47:21.932" v="798" actId="26606"/>
          <ac:spMkLst>
            <pc:docMk/>
            <pc:sldMk cId="3867515201" sldId="258"/>
            <ac:spMk id="2" creationId="{601C391D-61F3-D141-C406-D03DF4240563}"/>
          </ac:spMkLst>
        </pc:spChg>
        <pc:spChg chg="del">
          <ac:chgData name="Bruno Díaz" userId="6c4c01edf55c67ea" providerId="LiveId" clId="{5B4B24F2-7B06-4BE0-9F38-74FDD20F8FA2}" dt="2026-09-24T16:43:23.568" v="791" actId="26606"/>
          <ac:spMkLst>
            <pc:docMk/>
            <pc:sldMk cId="3867515201" sldId="258"/>
            <ac:spMk id="3" creationId="{5E7655F6-F6F8-072B-A57C-60F89F8CE1F1}"/>
          </ac:spMkLst>
        </pc:spChg>
        <pc:spChg chg="add del">
          <ac:chgData name="Bruno Díaz" userId="6c4c01edf55c67ea" providerId="LiveId" clId="{5B4B24F2-7B06-4BE0-9F38-74FDD20F8FA2}" dt="2026-09-24T16:47:21.932" v="798" actId="26606"/>
          <ac:spMkLst>
            <pc:docMk/>
            <pc:sldMk cId="3867515201" sldId="258"/>
            <ac:spMk id="10" creationId="{D12DDE76-C203-4047-9998-63900085B5E8}"/>
          </ac:spMkLst>
        </pc:spChg>
        <pc:spChg chg="add">
          <ac:chgData name="Bruno Díaz" userId="6c4c01edf55c67ea" providerId="LiveId" clId="{5B4B24F2-7B06-4BE0-9F38-74FDD20F8FA2}" dt="2026-09-24T16:47:21.932" v="798" actId="26606"/>
          <ac:spMkLst>
            <pc:docMk/>
            <pc:sldMk cId="3867515201" sldId="258"/>
            <ac:spMk id="15" creationId="{2151139A-886F-4B97-8815-729AD3831BBD}"/>
          </ac:spMkLst>
        </pc:spChg>
        <pc:spChg chg="add">
          <ac:chgData name="Bruno Díaz" userId="6c4c01edf55c67ea" providerId="LiveId" clId="{5B4B24F2-7B06-4BE0-9F38-74FDD20F8FA2}" dt="2026-09-24T16:47:21.932" v="798" actId="26606"/>
          <ac:spMkLst>
            <pc:docMk/>
            <pc:sldMk cId="3867515201" sldId="258"/>
            <ac:spMk id="17" creationId="{AB5E08C4-8CDD-4623-A5B8-E998C6DEE3B7}"/>
          </ac:spMkLst>
        </pc:spChg>
        <pc:spChg chg="add">
          <ac:chgData name="Bruno Díaz" userId="6c4c01edf55c67ea" providerId="LiveId" clId="{5B4B24F2-7B06-4BE0-9F38-74FDD20F8FA2}" dt="2026-09-24T16:47:21.932" v="798" actId="26606"/>
          <ac:spMkLst>
            <pc:docMk/>
            <pc:sldMk cId="3867515201" sldId="258"/>
            <ac:spMk id="19" creationId="{15F33878-D502-4FFA-8ACE-F2AECDB2A23F}"/>
          </ac:spMkLst>
        </pc:spChg>
        <pc:spChg chg="add">
          <ac:chgData name="Bruno Díaz" userId="6c4c01edf55c67ea" providerId="LiveId" clId="{5B4B24F2-7B06-4BE0-9F38-74FDD20F8FA2}" dt="2026-09-24T16:47:21.932" v="798" actId="26606"/>
          <ac:spMkLst>
            <pc:docMk/>
            <pc:sldMk cId="3867515201" sldId="258"/>
            <ac:spMk id="21" creationId="{D3539FEE-81D3-4406-802E-60B20B16F4F6}"/>
          </ac:spMkLst>
        </pc:spChg>
        <pc:spChg chg="add">
          <ac:chgData name="Bruno Díaz" userId="6c4c01edf55c67ea" providerId="LiveId" clId="{5B4B24F2-7B06-4BE0-9F38-74FDD20F8FA2}" dt="2026-09-24T16:47:21.932" v="798" actId="26606"/>
          <ac:spMkLst>
            <pc:docMk/>
            <pc:sldMk cId="3867515201" sldId="258"/>
            <ac:spMk id="23" creationId="{DC701763-729E-462F-A5A8-E0DEFEB1E2E4}"/>
          </ac:spMkLst>
        </pc:spChg>
        <pc:picChg chg="add mod">
          <ac:chgData name="Bruno Díaz" userId="6c4c01edf55c67ea" providerId="LiveId" clId="{5B4B24F2-7B06-4BE0-9F38-74FDD20F8FA2}" dt="2026-09-24T16:47:46.668" v="802" actId="14100"/>
          <ac:picMkLst>
            <pc:docMk/>
            <pc:sldMk cId="3867515201" sldId="258"/>
            <ac:picMk id="5" creationId="{9FBC3255-470E-F8F1-D981-828C3F3CF1C4}"/>
          </ac:picMkLst>
        </pc:picChg>
        <pc:picChg chg="add mod">
          <ac:chgData name="Bruno Díaz" userId="6c4c01edf55c67ea" providerId="LiveId" clId="{5B4B24F2-7B06-4BE0-9F38-74FDD20F8FA2}" dt="2026-09-24T16:47:54.193" v="804" actId="1076"/>
          <ac:picMkLst>
            <pc:docMk/>
            <pc:sldMk cId="3867515201" sldId="258"/>
            <ac:picMk id="7" creationId="{AB68F705-FFF9-4119-5EFE-15BE8E99510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B88E6-8793-F18E-BAAC-37342B0DC9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B40F31-8628-CE2F-ABC4-31AE2D841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83B63C-7E37-B226-A25C-E54F83E84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B0-FCDA-4CFA-97EF-348C1635F01C}" type="datetimeFigureOut">
              <a:rPr lang="es-CL" smtClean="0"/>
              <a:t>24-09-2026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BAA3ED-4C23-1895-EE56-1EAB664F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964B43-8928-EDBB-D8F7-998EF8023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D405-B0FE-4FFC-9780-53558A1E67E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2375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488BF-4768-DC7A-9EBE-F7DC79C87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349C7F-C8B2-F340-F686-392C59A00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952C6F-2D64-9C9B-5DBB-8BA63047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B0-FCDA-4CFA-97EF-348C1635F01C}" type="datetimeFigureOut">
              <a:rPr lang="es-CL" smtClean="0"/>
              <a:t>24-09-2026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9FED0C-A502-F5F6-5CD4-3496FB023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7DA0E4-6AE1-59F3-8EB5-2B6C08A5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D405-B0FE-4FFC-9780-53558A1E67E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3995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1205DD-E3F7-A9D9-2AAD-60C1C3C7B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016762-60DE-487F-BAE7-84FA0B6DC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693450-7386-E0A2-6602-E82A1469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B0-FCDA-4CFA-97EF-348C1635F01C}" type="datetimeFigureOut">
              <a:rPr lang="es-CL" smtClean="0"/>
              <a:t>24-09-2026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E6057D-8297-EBD1-3016-4D90129C5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777659-714A-8F92-BA1B-B428B7E9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D405-B0FE-4FFC-9780-53558A1E67E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2282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D44EB-50C1-3093-DB7D-815DE7260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A9A79F-7688-9784-F394-2D179C59E4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4D01EEC-8D3F-8B5A-7AFB-E5E4B9BC7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FF4F86-8329-1DAE-2AAC-58A52BDB5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B0-FCDA-4CFA-97EF-348C1635F01C}" type="datetimeFigureOut">
              <a:rPr lang="es-CL" smtClean="0"/>
              <a:t>24-09-2026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3DAA03-3FAF-F8F4-4644-5850992DC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B376C9-25D6-53CF-E788-BFA2F56C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D405-B0FE-4FFC-9780-53558A1E67E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7490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067EF-8D1D-584F-A512-FB1C8D38C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16835A-27E0-4B0D-97CA-E12C8DB92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685358-4CF2-EFD1-F8AB-2F2177392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43483BD-40D1-7234-82CC-846057131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6F6EE87-8A57-0678-8877-F1F8221D3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1F6FDC7-9EB6-E4CF-DF8E-DDAF8F82A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B0-FCDA-4CFA-97EF-348C1635F01C}" type="datetimeFigureOut">
              <a:rPr lang="es-CL" smtClean="0"/>
              <a:t>24-09-2026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0B4FA1-04F1-C61F-E87B-10B3CC8F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5CC847-B38F-63C6-DBEF-BA26E196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D405-B0FE-4FFC-9780-53558A1E67E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7939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9EA1B-EB4A-5C86-5861-E110AC609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1038CDF-755E-355D-092C-8FB2965E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B0-FCDA-4CFA-97EF-348C1635F01C}" type="datetimeFigureOut">
              <a:rPr lang="es-CL" smtClean="0"/>
              <a:t>24-09-2026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4989A5E-49A6-0582-E72C-52E3478F5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E04671-F08E-74E6-4045-B0363A26F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D405-B0FE-4FFC-9780-53558A1E67E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429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ED1B76-3497-0642-057F-96168F7FB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B0-FCDA-4CFA-97EF-348C1635F01C}" type="datetimeFigureOut">
              <a:rPr lang="es-CL" smtClean="0"/>
              <a:t>24-09-2026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D995CA0-4441-2019-330E-4F3E7474A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856FCD-AFA4-106F-98C1-E988C1875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D405-B0FE-4FFC-9780-53558A1E67E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8204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FE0DD-793E-CB15-0B35-FBD02FC75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25430B-04BB-01A1-CF17-5D269B772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FD7F44-DA6D-650E-54EF-AFB7698A7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C2260B-2349-C2AB-E7C7-AE0FE7E4E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B0-FCDA-4CFA-97EF-348C1635F01C}" type="datetimeFigureOut">
              <a:rPr lang="es-CL" smtClean="0"/>
              <a:t>24-09-2026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AFD106-F82F-9FE8-C389-0648210FB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814353-ECB3-F08C-21A7-92BD7BBC5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D405-B0FE-4FFC-9780-53558A1E67E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625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BAEC21-3B62-BDAB-1F4E-B41854382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1437BB-5DA6-E6CC-8D58-EBC66A87F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CBB33D-08A2-E851-911B-E8CC6C512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404299-DC48-6C73-DBB9-0FD4A3E5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B0-FCDA-4CFA-97EF-348C1635F01C}" type="datetimeFigureOut">
              <a:rPr lang="es-CL" smtClean="0"/>
              <a:t>24-09-2026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23A5C6-650E-E974-CC94-101E33A24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605964-28C9-2989-1F88-AF7E7AD0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D405-B0FE-4FFC-9780-53558A1E67E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8787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2A432-BDD5-5E37-D7B9-7DC3A58FC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065E722-9BFB-51E0-82A2-45C19F500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02EB75-1633-A0FB-95E9-8E98CCF90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B0-FCDA-4CFA-97EF-348C1635F01C}" type="datetimeFigureOut">
              <a:rPr lang="es-CL" smtClean="0"/>
              <a:t>24-09-2026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650DE7-B654-DDC3-D180-AD2EBC899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43FB4D-2574-2008-8135-FD38984C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D405-B0FE-4FFC-9780-53558A1E67E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472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6A34144-44C6-F7EB-6CA2-C0CC364D0E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F97841-C2D0-271B-9CDD-28FA6287A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C792DB-BD4E-F4C8-1AB1-9EB6559AC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42B0-FCDA-4CFA-97EF-348C1635F01C}" type="datetimeFigureOut">
              <a:rPr lang="es-CL" smtClean="0"/>
              <a:t>24-09-2026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C937B0-D302-D9E4-15A3-5FCF810D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057E6A-8209-86C8-3FD1-D3692D9E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5D405-B0FE-4FFC-9780-53558A1E67E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3676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E9F404D-4265-100C-9089-A4CD741B8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6538E2-B06D-C0DD-6672-1CE21E1DB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268CD1-87C7-E68E-9A93-4F109FDC9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E842B0-FCDA-4CFA-97EF-348C1635F01C}" type="datetimeFigureOut">
              <a:rPr lang="es-CL" smtClean="0"/>
              <a:t>24-09-2026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513173-3AE5-E180-2919-60E99529B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6B8902-8E36-14AC-BBBF-06FE3F5EF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5D405-B0FE-4FFC-9780-53558A1E67E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4172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C42A4B-3F42-F374-6C30-6AA68E5DC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4955" y="552182"/>
            <a:ext cx="5998840" cy="3343135"/>
          </a:xfrm>
          <a:noFill/>
        </p:spPr>
        <p:txBody>
          <a:bodyPr>
            <a:normAutofit/>
          </a:bodyPr>
          <a:lstStyle/>
          <a:p>
            <a:pPr algn="l"/>
            <a:r>
              <a:rPr lang="es-CL" sz="5200"/>
              <a:t> DondeE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ACCB2E-E8FD-2BD6-154B-53E391FE9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4955" y="4067032"/>
            <a:ext cx="5998840" cy="2067068"/>
          </a:xfrm>
          <a:noFill/>
        </p:spPr>
        <p:txBody>
          <a:bodyPr>
            <a:normAutofit/>
          </a:bodyPr>
          <a:lstStyle/>
          <a:p>
            <a:pPr algn="l"/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701BC5-0BC7-0B64-4D85-E63A077A25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619" r="-2" b="-2"/>
          <a:stretch>
            <a:fillRect/>
          </a:stretch>
        </p:blipFill>
        <p:spPr>
          <a:xfrm>
            <a:off x="20" y="10"/>
            <a:ext cx="499298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5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8DDE4E-50C6-D8A7-2B8B-B00A0F74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CL" sz="4000"/>
              <a:t>¿Qué es DondeE?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BA4FEF-D1FE-8D3D-3390-66D81D223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L" sz="1700"/>
              <a:t>Plataforma de promoción de eventos para dar a conocer la oferta turística y de esparcimiento nocturno.</a:t>
            </a:r>
          </a:p>
          <a:p>
            <a:pPr marL="0" indent="0">
              <a:buNone/>
            </a:pPr>
            <a:r>
              <a:rPr lang="es-CL" sz="1700"/>
              <a:t>Damos un espacio para productoras y cadenas de entretenimiento, pensando en el tránsito turístico de ciudades como Valparaíso, Santiago, Viña del Mar, etc. </a:t>
            </a:r>
          </a:p>
          <a:p>
            <a:pPr marL="0" indent="0">
              <a:buNone/>
            </a:pPr>
            <a:r>
              <a:rPr lang="es-CL" sz="1700"/>
              <a:t>Pero no está solo pensado para el público masivo, también favorecer la proliferación de eventos como karaokes, bares, pubs, sin un canal de difusión ágil, geolocalizado.</a:t>
            </a:r>
          </a:p>
          <a:p>
            <a:pPr marL="0" indent="0">
              <a:buNone/>
            </a:pPr>
            <a:r>
              <a:rPr lang="es-CL" sz="1700"/>
              <a:t>Buscamos agilizar y visibilizar la economía nocturna formal y regulada. </a:t>
            </a:r>
          </a:p>
        </p:txBody>
      </p:sp>
      <p:pic>
        <p:nvPicPr>
          <p:cNvPr id="5" name="Picture 4" descr="Calle concurrida por la noche">
            <a:extLst>
              <a:ext uri="{FF2B5EF4-FFF2-40B4-BE49-F238E27FC236}">
                <a16:creationId xmlns:a16="http://schemas.microsoft.com/office/drawing/2014/main" id="{EA355FCF-25C1-D4F6-590C-F8E19E0D44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92" r="2746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98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1C391D-61F3-D141-C406-D03DF4240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¿Cómo lo haremos?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FBC3255-470E-F8F1-D981-828C3F3CF1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5736" y="1776845"/>
            <a:ext cx="4631099" cy="48748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B68F705-FFF9-4119-5EFE-15BE8E995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845" y="1776845"/>
            <a:ext cx="3900055" cy="487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152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100</Words>
  <Application>Microsoft Office PowerPoint</Application>
  <PresentationFormat>Panorámica</PresentationFormat>
  <Paragraphs>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 DondeE</vt:lpstr>
      <vt:lpstr>¿Qué es DondeE?</vt:lpstr>
      <vt:lpstr>¿Cómo lo haremos?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Díaz</dc:creator>
  <cp:lastModifiedBy>Bruno Díaz</cp:lastModifiedBy>
  <cp:revision>1</cp:revision>
  <dcterms:created xsi:type="dcterms:W3CDTF">2026-09-24T16:27:10Z</dcterms:created>
  <dcterms:modified xsi:type="dcterms:W3CDTF">2026-09-24T16:48:00Z</dcterms:modified>
</cp:coreProperties>
</file>